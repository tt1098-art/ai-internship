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03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 AI 科研实践实验汇报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29535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 分类实验  ·  Diabetes 回归实验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77647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Python / scikit-learn 的基础机器学习实践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实验内容与方法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" y="130759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环境：Python、Conda、Jupyter Notebook、Pandas、Matplotlib、Seaborn、scikit-learn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" y="200253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Iris：150 条样本、4 个特征、3 个类别；训练集 120，测试集 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69748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分类模型：Logistic Regression、KNN（K=5）、Decision Tree（max_depth=3）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339242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Diabetes：442 条样本、10 个特征；训练集 353，测试集 89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40873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回归模型：Linear Regression、Ridge Regression（alpha=1.0）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4782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固定 random_state=42，统一测试集对比同类模型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 数据探索：花瓣长度与二维分布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03</a:t>
            </a:r>
            <a:endParaRPr lang="en-US" sz="900" dirty="0"/>
          </a:p>
        </p:txBody>
      </p:sp>
      <p:pic>
        <p:nvPicPr>
          <p:cNvPr id="5" name="Image 0" descr="/mnt/data/01_iris_petal_length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829898"/>
            <a:ext cx="5669280" cy="3097619"/>
          </a:xfrm>
          <a:prstGeom prst="rect">
            <a:avLst/>
          </a:prstGeom>
        </p:spPr>
      </p:pic>
      <p:pic>
        <p:nvPicPr>
          <p:cNvPr id="6" name="Image 1" descr="/mnt/data/02_iris_sepal_vs_petal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569107"/>
            <a:ext cx="5486400" cy="3619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779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Setosa 的花瓣长度与另外两类明显分离；Versicolor 和 Virginica 有部分重叠。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 数据探索：特征相关性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04</a:t>
            </a:r>
            <a:endParaRPr lang="en-US" sz="900" dirty="0"/>
          </a:p>
        </p:txBody>
      </p:sp>
      <p:pic>
        <p:nvPicPr>
          <p:cNvPr id="5" name="Image 0" descr="/mnt/data/03_iris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876" y="1115568"/>
            <a:ext cx="5943208" cy="5148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1856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花瓣长度与花瓣宽度强正相关：r ≈ 0.96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0" y="2606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花萼长度与花瓣长度也正相关：r ≈ 0.87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33558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相关性描述线性关联，不等于因果关系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 分类模型结果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90472"/>
          <a:ext cx="10469880" cy="2606040"/>
        </p:xfrm>
        <a:graphic>
          <a:graphicData uri="http://schemas.openxmlformats.org/drawingml/2006/table">
            <a:tbl>
              <a:tblPr/>
              <a:tblGrid>
                <a:gridCol w="4096512"/>
                <a:gridCol w="2057400"/>
                <a:gridCol w="2221992"/>
                <a:gridCol w="2093976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预测正确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预测错误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Logistic Regression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96.67%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 / 30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KNN (k=5)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93.33%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 / 30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Decision Tree (max_depth=3)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96.67%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 / 30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32688" y="476402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逻辑回归与决策树在当前测试集上并列最高。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688" y="535838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KNN 少预测正确 1 条样本；结果仅反映当前数据划分和参数设置。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 三种模型的混淆矩阵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06</a:t>
            </a:r>
            <a:endParaRPr lang="en-US" sz="900" dirty="0"/>
          </a:p>
        </p:txBody>
      </p:sp>
      <p:pic>
        <p:nvPicPr>
          <p:cNvPr id="5" name="Image 0" descr="/mnt/data/04_iris_logistic_regression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662841"/>
            <a:ext cx="3840480" cy="3468310"/>
          </a:xfrm>
          <a:prstGeom prst="rect">
            <a:avLst/>
          </a:prstGeom>
        </p:spPr>
      </p:pic>
      <p:pic>
        <p:nvPicPr>
          <p:cNvPr id="6" name="Image 1" descr="/mnt/data/05_iris_knn_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1671099"/>
            <a:ext cx="3822192" cy="3451794"/>
          </a:xfrm>
          <a:prstGeom prst="rect">
            <a:avLst/>
          </a:prstGeom>
        </p:spPr>
      </p:pic>
      <p:pic>
        <p:nvPicPr>
          <p:cNvPr id="7" name="Image 2" descr="/mnt/data/06_iris_decision_tree_confusion_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1675228"/>
            <a:ext cx="3813048" cy="34435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5216" y="576986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逻辑回归：1 个 Versicolor → Virginica；KNN：2 个 Virginica → Versicolor；决策树：1 个 Versicolor → Virginica。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Iris：特征重要性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07</a:t>
            </a:r>
            <a:endParaRPr lang="en-US" sz="900" dirty="0"/>
          </a:p>
        </p:txBody>
      </p:sp>
      <p:pic>
        <p:nvPicPr>
          <p:cNvPr id="5" name="Image 0" descr="/mnt/data/07_iris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37403"/>
            <a:ext cx="5669280" cy="3083778"/>
          </a:xfrm>
          <a:prstGeom prst="rect">
            <a:avLst/>
          </a:prstGeom>
        </p:spPr>
      </p:pic>
      <p:pic>
        <p:nvPicPr>
          <p:cNvPr id="6" name="Image 1" descr="/mnt/data/08_iris_model_feature_importance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973425"/>
            <a:ext cx="5586984" cy="30117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788152"/>
            <a:ext cx="11036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决策树内置重要性：花瓣长度 0.5791，花瓣宽度 0.4209；置换重要性比较显示三个模型均更依赖花瓣特征。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Diabetes：目标变量分布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08</a:t>
            </a:r>
            <a:endParaRPr lang="en-US" sz="900" dirty="0"/>
          </a:p>
        </p:txBody>
      </p:sp>
      <p:pic>
        <p:nvPicPr>
          <p:cNvPr id="5" name="Image 0" descr="/mnt/data/09_diabetes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48295"/>
            <a:ext cx="7388352" cy="4036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828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442 条样本，10 个输入特征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2551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目标变量：一年后的疾病进展指标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0" y="32735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目标变量均值约 152.13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0" y="39959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数值范围约 25–346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Diabetes：特征相关性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09</a:t>
            </a:r>
            <a:endParaRPr lang="en-US" sz="900" dirty="0"/>
          </a:p>
        </p:txBody>
      </p:sp>
      <p:pic>
        <p:nvPicPr>
          <p:cNvPr id="5" name="Image 0" descr="/mnt/data/10_diabetes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446" y="1115568"/>
            <a:ext cx="5833027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56448" y="17739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bmi 与 target 的相关系数约 +0.59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56448" y="2468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s5 与 target 约 +0.57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56448" y="316382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bp 与 target 约 +0.44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56448" y="38587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s3 与 target 约 −0.39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56448" y="45537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变量间相关不等于因果效应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Diabetes：两种回归模型评价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" y="1362456"/>
          <a:ext cx="10890504" cy="3200400"/>
        </p:xfrm>
        <a:graphic>
          <a:graphicData uri="http://schemas.openxmlformats.org/drawingml/2006/table">
            <a:tbl>
              <a:tblPr/>
              <a:tblGrid>
                <a:gridCol w="1965960"/>
                <a:gridCol w="2971800"/>
                <a:gridCol w="2971800"/>
                <a:gridCol w="2980944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Linear Regression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Ridge Regression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比较方向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MSE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2900.19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3077.42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越低越好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RMSE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53.85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55.47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越低越好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42.79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46.14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越低越好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R²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0.4526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0.4192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越高越好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32104" y="50109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普通线性回归在当前测试集上的四项指标均优于 Ridge（alpha=1.0）。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104" y="55686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Ridge 是否受益于正则化，与数据、参数和验证方案有关。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Diabetes：真实值与预测值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11</a:t>
            </a:r>
            <a:endParaRPr lang="en-US" sz="900" dirty="0"/>
          </a:p>
        </p:txBody>
      </p:sp>
      <p:pic>
        <p:nvPicPr>
          <p:cNvPr id="5" name="Image 0" descr="/mnt/data/11_diabetes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78217"/>
            <a:ext cx="11301984" cy="43210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84301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红色虚线为理想预测线（预测值 = 真实值）。两个模型均存在一定预测误差；Linear Regression 的 R² 略高。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实验结论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05256"/>
            <a:ext cx="110185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47504" y="6501384"/>
            <a:ext cx="1892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第一周实验汇报  | 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271016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 Iris 三分类模型训练与测试，最高准确率为 96.67%。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混淆矩阵显示主要误分类发生在 Versicolor 与 Virginica 之间。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52344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花瓣长度、花瓣宽度是 Iris 三种模型主要依赖的分类特征。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93008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 Diabetes 线性回归与 Ridge 对比，并计算 MSE、RMSE、MAE 和 R²。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33672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在当前测试集上 Linear Regression（R² = 0.4526）优于 Ridge（R² = 0.4192）。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974336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项目已保存 Notebook、CSV 和实验图表，便于复现及后续研究。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第一周 AI 科研实践实验汇报</dc:title>
  <dc:subject>Week 1 Iris and Diabetes experiments</dc:subject>
  <dc:creator>AI Internship</dc:creator>
  <cp:lastModifiedBy>AI Internship</cp:lastModifiedBy>
  <cp:revision>1</cp:revision>
  <dcterms:created xsi:type="dcterms:W3CDTF">2026-10-26T03:17:42Z</dcterms:created>
  <dcterms:modified xsi:type="dcterms:W3CDTF">2026-10-26T03:17:42Z</dcterms:modified>
</cp:coreProperties>
</file>